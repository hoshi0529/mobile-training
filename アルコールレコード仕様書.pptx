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3B6D6E-DCE3-EBD6-2E10-0A78DF34E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EA7DD18-F5B8-B768-E1C9-911EC22C9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453704-1CB5-B546-638F-48C2E9E4B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8689D3-067E-2F25-9ED1-E69C5BE1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95FDEC-90E8-EFFB-1C43-E3F2594F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901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8D00D-5025-0D5A-9FCE-83B0D4B2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46AFFB-CAEA-B1D6-E826-03E859663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3B335B-D837-FD3F-0F4D-56C2CA68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4BDC06-A829-F9F7-46AD-77207038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70EACF-DB8F-1A4D-9F3C-328EA81B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20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83469A-64BE-622E-5404-F8A5D6FF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24C4E2-D102-1554-E109-0A856CE95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072866-8567-02CC-7373-00805BAB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B6EEC2-19DC-9DC7-A617-3C4E4D5A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74828F-2602-349C-8DC8-DA8F7ABE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F8433-6CAE-431E-C7AF-F48C9481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926549-E9BD-0DF3-5429-21EF5DA18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51DB59-8B2D-D4A0-301D-B17C9CF6B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18CAB2-2460-96E5-C8C9-95D125BFF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D8CBCD-126D-2899-8EF4-AE12B8415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F16474-70A9-29CD-8EA1-27BD9A94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227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D3492E-4E89-9DDB-F1D2-0BF0740F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8AB61-D0CC-7133-AE53-9816341E0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7F52FE-31FF-2F30-B1EA-6AF971007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961DAEF-0829-CF6A-F1E2-4A5FBF4C4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687E084-5AAF-FE91-DD62-779FA36D9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11CF428-5D3F-C40C-5848-6050FE19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0DA82DB-1958-B2BA-B836-13BFBEC4C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FEC2405-B5A3-839A-D835-3D762F86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31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B496A-7430-3D45-11A5-D1C7EE82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93E6CC-8F74-B30F-C016-D23E5989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48D6112-51F3-ED82-4E2F-512D1072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8F932F-4BEB-4CDF-6B5E-FE6336D1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50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5AF1843-6C78-5904-A89D-AD7C1409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1CF8531-1A90-AE72-756A-FEC07B71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ECCBEC-47F0-F310-E9E0-E517A39E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44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88EAD-AA23-E4FB-2288-145CB155C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661E0F-985C-E725-EB56-54D04F117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9AD7FE-8E9C-2FE2-4C00-96AD0556B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D3B9E0-B91A-DCD1-881C-CE829469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A89CE3-3F83-BB1F-0573-9F962B4DE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CE3B0B-B719-E486-34E8-420110F5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207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36F297-0862-723F-DEB5-66D9D111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0386188-64FF-ABD6-FA5A-849696149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0F4E87-8BAA-963D-C2B9-99831DE70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70FB62-642C-8E03-9757-0739EF59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9E3793-F27C-2605-3555-323547D2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ACB8B5-926E-C31A-0006-EF197397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823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564AE6-4EDC-26D6-B04F-ABD26795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187995-5461-7E97-97FC-E04AC9550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FA689A-755A-D3F7-1FFC-CC9B84DE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B02D21-7D56-EF82-AAAE-180E2333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53218F-E6D2-ED11-C71C-BD9BEC48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184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FEE797-A82A-1736-7FE7-A287ED9DB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6EA290-71EC-9FC2-3953-C97319BBA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8BB9E-6785-00BC-759D-A6876D4A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A586A2-E018-3EED-30F5-DE501992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38CB6-1DE8-10B2-2EE1-6742D5BF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89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4F22A4C-19C9-6A3A-042B-4602CE56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B7DA2E-72F8-9BB1-106C-C42C24C0E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B28A98-66FE-C3AF-7CAD-715CF2F73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BE69B-A6BC-41AC-9340-22D43D9020C6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329E7B-208D-40FD-F7A1-DD9A25F89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C80E14-D265-CE74-CFC7-6864FB7E5C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276E4-8679-44AB-937C-1EDEFB34A5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5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71E56-ED33-865D-1A89-3F5A447F15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アルコールレコード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FD4B3D-9C3C-277E-3CC4-73BA0D015C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星優太</a:t>
            </a:r>
          </a:p>
        </p:txBody>
      </p:sp>
    </p:spTree>
    <p:extLst>
      <p:ext uri="{BB962C8B-B14F-4D97-AF65-F5344CB8AC3E}">
        <p14:creationId xmlns:p14="http://schemas.microsoft.com/office/powerpoint/2010/main" val="91001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E13C45-AFB0-792D-9D8B-82BA0FF4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DAF668-CE6E-A13E-D03C-5954BFFE0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3200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8982B2-51EE-EC58-5A07-07DFC507F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FB185A-E028-43F8-4B14-3380369E7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90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B34150-99B1-FA2E-4580-684130EE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178" y="3630839"/>
            <a:ext cx="7602415" cy="1325563"/>
          </a:xfrm>
        </p:spPr>
        <p:txBody>
          <a:bodyPr>
            <a:normAutofit/>
          </a:bodyPr>
          <a:lstStyle/>
          <a:p>
            <a:r>
              <a:rPr kumimoji="1" lang="ja-JP" altLang="en-US" sz="6600" b="1" dirty="0"/>
              <a:t>アルコールレコード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05E2AF-4E55-4864-BCB3-CE99D3F67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44" y="2446621"/>
            <a:ext cx="4497475" cy="5964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4000" dirty="0"/>
              <a:t>飲酒記録アプリ開発</a:t>
            </a:r>
          </a:p>
        </p:txBody>
      </p:sp>
    </p:spTree>
    <p:extLst>
      <p:ext uri="{BB962C8B-B14F-4D97-AF65-F5344CB8AC3E}">
        <p14:creationId xmlns:p14="http://schemas.microsoft.com/office/powerpoint/2010/main" val="956585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0C885D-2EA3-D974-B542-5396F3BBC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16"/>
            <a:ext cx="2015532" cy="1152176"/>
          </a:xfrm>
        </p:spPr>
        <p:txBody>
          <a:bodyPr>
            <a:normAutofit/>
          </a:bodyPr>
          <a:lstStyle/>
          <a:p>
            <a:r>
              <a:rPr kumimoji="1" lang="ja-JP" altLang="en-US" sz="6600" b="1" dirty="0"/>
              <a:t>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5EB91C-5215-1D80-6450-122AA61DB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飲んだお酒記録</a:t>
            </a:r>
            <a:endParaRPr kumimoji="1" lang="en-US" altLang="ja-JP" dirty="0"/>
          </a:p>
          <a:p>
            <a:r>
              <a:rPr lang="ja-JP" altLang="en-US" dirty="0"/>
              <a:t>日々の飲酒量をグラフ化</a:t>
            </a:r>
            <a:endParaRPr lang="en-US" altLang="ja-JP" dirty="0"/>
          </a:p>
          <a:p>
            <a:r>
              <a:rPr lang="ja-JP" altLang="en-US" dirty="0"/>
              <a:t>飲みすぎをお知らせ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247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</Words>
  <Application>Microsoft Office PowerPoint</Application>
  <PresentationFormat>ワイド画面</PresentationFormat>
  <Paragraphs>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アルコールレコード</vt:lpstr>
      <vt:lpstr>PowerPoint プレゼンテーション</vt:lpstr>
      <vt:lpstr>PowerPoint プレゼンテーション</vt:lpstr>
      <vt:lpstr>アルコールレコード</vt:lpstr>
      <vt:lpstr>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星 優太(zeal23418128)</dc:creator>
  <cp:lastModifiedBy>星 優太(zeal23418128)</cp:lastModifiedBy>
  <cp:revision>2</cp:revision>
  <dcterms:created xsi:type="dcterms:W3CDTF">2026-01-14T03:02:42Z</dcterms:created>
  <dcterms:modified xsi:type="dcterms:W3CDTF">2026-01-14T03:08:58Z</dcterms:modified>
</cp:coreProperties>
</file>